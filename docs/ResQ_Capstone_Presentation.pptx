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in a disaster, minutes matter but information is scattered. ResQ turns a single incident report into a coordination-ready plan — with a human always in control of the final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as information fragmentation, not lack of resources. The numbers (4,027 landslides in Kangra) come from the HIMCOSTE 2023 inventory bundled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user-facing surfaces share one intelligence layer and one data layer. The key architectural decision: every path that could contact the outside world funnels through the orange human-approval layer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deliberate split: semantic retrieval for descriptive records, numpy/pandas for spatial and quantitative data. The GLOF CSV is extracted from CWC's own monitoring PDF and matches their reported figure exactly (12 expanding HP lakes).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'why LangGraph' with the exact reasons documented in workflow.py's docstring. The dashed red edge is the money shot: real branching, not a linear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nodes, one job: convert (lat, lon, district, disaster type) into calibrated risk signals. Every threshold shown here is real code, not hand-waving.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matching agent is where the LLM adds judgement — weighing an ORANGE alert and a CRITICAL district against resource types. But the JSON contract + fallback means a 1B-parameter local model can never take the pipeline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deliberate design choices: the routing ladder guarantees a number always appears (clearly labelled when approximate), and urgency is deterministic arithmetic so prioritisation between incidents is reproducible and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'how resources are allocated based on a request'. Walk the scoring bar left to right, then the three outcome states. Land the punchline: LLM for language, arithmetic for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beat: click approve on a match, show the real email arriving, then open approvals.jsonl to show the logged decision. Rejections are logged too — the audit trail captures what the human declined, not just what they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'why not GPT-4/cloud': disasters knock out connectivity, and location reports are sensitive. A 1B local model is enough because the LLM only ranks and writes — all safety-critical logic is deterministic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division of labour sentence — it summarises the whole architecture in one line and answers the 'why is this responsible AI' question before it's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2377440"/>
          </a:xfrm>
          <a:prstGeom prst="rect">
            <a:avLst/>
          </a:prstGeom>
          <a:noFill/>
        </p:spPr>
        <p:txBody>
          <a:bodyPr wrap="square" anchor="t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6000" b="1" i="0">
                <a:solidFill>
                  <a:srgbClr val="F2542D"/>
                </a:solidFill>
                <a:latin typeface="Segoe UI"/>
              </a:rPr>
              <a:t>ResQ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—  AI-Assisted Disaster Relief Coordination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700" b="0" i="0">
                <a:solidFill>
                  <a:srgbClr val="BFD3E6"/>
                </a:solidFill>
                <a:latin typeface="Segoe UI"/>
              </a:rPr>
              <a:t>A LangGraph multi-agent system for Himachal Pradesh: one incident report in — an enriched, ranked, explainable, human-approved response plan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947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6-agent LangGraph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93592" y="37947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RAG over 6 official HP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37947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Explainable urgency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4856" y="37947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Human-approved email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</p:spPr>
        <p:txBody>
          <a:bodyPr wrap="square" anchor="t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Major Capstone Project · Applied AI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FA6BC"/>
                </a:solidFill>
                <a:latin typeface="Segoe UI"/>
              </a:rPr>
              <a:t>Team ResQ  ·  Python · Streamlit · LangGraph · LangChain · Ollama · ChromaDB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The Problem: Disaster Triage Is an Information Problem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Himachal Pradesh — flash floods, landslides, cloudbursts, GLOF, wildfire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5715000" cy="251460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What responders face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Affected people need Medical, Shelter, Food, Water, Rescue, Transport — all at once, from one location report.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Kangra alone logged 4,027 landslides in 2023; Mandi 2,169 (HIMCOSTE inventory).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Key NH corridors (NH-154 @ Kotrupi, NH-5 @ Nigulsari…) close chronically every monsoon — routes can't be assumed.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Hospitals, NULM shelters, schools, CWC river stations and volunteers live in disconnected PDFs, CSVs and spreadsheets.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0292" cy="2368296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623560" cy="251460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What control rooms actually need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 ranked shortlist of actionable resources — not a raw database dump.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Context: live weather alert, district risk tier, GLOF &amp; wildfire proneness.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 route estimate with known road-risk warnings.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An explainable urgency score to prioritise between incidents.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An auditable, human-approved way to actually contact providers.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61872"/>
            <a:ext cx="50292" cy="2368296"/>
          </a:xfrm>
          <a:prstGeom prst="rect">
            <a:avLst/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3931920"/>
            <a:ext cx="11567160" cy="233172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2542D"/>
                </a:solidFill>
                <a:latin typeface="Segoe UI"/>
              </a:rPr>
              <a:t>Our answer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ResQ ingests one structured incident report (district, place, disaster type, needs), enriches it with live weather and risk intelligence, retrieves and ranks matching resources, plans a route, computes an explainable 0–100 urgency score, and drafts a coordination email — which a human reviews, edits and approves before anything is sent.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1">
                <a:solidFill>
                  <a:srgbClr val="BFD3E6"/>
                </a:solidFill>
                <a:latin typeface="Segoe UI"/>
              </a:rPr>
              <a:t>Design stance: decision support, never an autonomous dispatcher. Every output says “verify with local authorities”; every send is gated by a person and logged to an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System Architecture — Four Layers, One Audit Trail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Streamlit UI → LangGraph agents → retrieval &amp; live context → human approval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3703320" cy="1024128"/>
          </a:xfrm>
          <a:prstGeom prst="roundRect">
            <a:avLst>
              <a:gd name="adj" fmla="val 12000"/>
            </a:avLst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Streamlit App (app/app.py)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Incident form · geocoded location · folium 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170432"/>
            <a:ext cx="3703320" cy="1024128"/>
          </a:xfrm>
          <a:prstGeom prst="roundRect">
            <a:avLst>
              <a:gd name="adj" fmla="val 12000"/>
            </a:avLst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Volunteer Worklist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needs.csv ↔ resources.csv match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70432"/>
            <a:ext cx="3886200" cy="1024128"/>
          </a:xfrm>
          <a:prstGeom prst="roundRect">
            <a:avLst>
              <a:gd name="adj" fmla="val 12000"/>
            </a:avLst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Grounded RAG Chatbot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answers only from ingested HP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395728"/>
            <a:ext cx="3703320" cy="102412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LangGraph Pipeline (workflow.py)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6 agent nodes · shared DisasterState · conditional edges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395728"/>
            <a:ext cx="3703320" cy="102412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Deterministic Allocation Engine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coordination.py · 100-pt transparent scoring, no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395728"/>
            <a:ext cx="3886200" cy="102412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Relevance-Gated RAG (chatbot.py)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refuse before LLM if best hit &gt; 0.70 distance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621024"/>
            <a:ext cx="3703320" cy="1024128"/>
          </a:xfrm>
          <a:prstGeom prst="roundRect">
            <a:avLst>
              <a:gd name="adj" fmla="val 12000"/>
            </a:avLst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ChromaDB (6 collections)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hospitals · shelters · schools · CWC · knowledge · glacial lakes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621024"/>
            <a:ext cx="3703320" cy="1024128"/>
          </a:xfrm>
          <a:prstGeom prst="roundRect">
            <a:avLst>
              <a:gd name="adj" fmla="val 12000"/>
            </a:avLst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Live Context APIs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Open-Meteo weather · OpenRouteService routes · Nominatim geocoding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621024"/>
            <a:ext cx="3886200" cy="1024128"/>
          </a:xfrm>
          <a:prstGeom prst="roundRect">
            <a:avLst>
              <a:gd name="adj" fmla="val 12000"/>
            </a:avLst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Local LLM — Ollama llama3.2:1b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temperature 0.1 · ranking + report writing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56048"/>
            <a:ext cx="4846320" cy="1024128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Human Approval Gate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review → edit → approve / reject — nothing dispatched autonomously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4956048"/>
            <a:ext cx="3108960" cy="1024128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Gmail SMTP (smtplib)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smtp.gmail.com:587 · STARTTLS · app 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4956048"/>
            <a:ext cx="2880360" cy="1024128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Audit Trail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logs/approvals.jsonl · UTC-stamped decisions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48840" y="2194560"/>
            <a:ext cx="0" cy="201168"/>
          </a:xfrm>
          <a:prstGeom prst="line">
            <a:avLst/>
          </a:prstGeom>
          <a:ln w="2540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48840" y="3419856"/>
            <a:ext cx="0" cy="201168"/>
          </a:xfrm>
          <a:prstGeom prst="line">
            <a:avLst/>
          </a:prstGeom>
          <a:ln w="2540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2194560"/>
            <a:ext cx="0" cy="201168"/>
          </a:xfrm>
          <a:prstGeom prst="line">
            <a:avLst/>
          </a:prstGeom>
          <a:ln w="2540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3419856"/>
            <a:ext cx="0" cy="201168"/>
          </a:xfrm>
          <a:prstGeom prst="line">
            <a:avLst/>
          </a:prstGeom>
          <a:ln w="2540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21240" y="2194560"/>
            <a:ext cx="0" cy="201168"/>
          </a:xfrm>
          <a:prstGeom prst="line">
            <a:avLst/>
          </a:prstGeom>
          <a:ln w="2540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21240" y="3419856"/>
            <a:ext cx="0" cy="201168"/>
          </a:xfrm>
          <a:prstGeom prst="line">
            <a:avLst/>
          </a:prstGeom>
          <a:ln w="2540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48840" y="4645152"/>
            <a:ext cx="0" cy="310896"/>
          </a:xfrm>
          <a:prstGeom prst="line">
            <a:avLst/>
          </a:prstGeom>
          <a:ln w="31750">
            <a:solidFill>
              <a:srgbClr val="F254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66360" y="5468112"/>
            <a:ext cx="365760" cy="0"/>
          </a:xfrm>
          <a:prstGeom prst="line">
            <a:avLst/>
          </a:prstGeom>
          <a:ln w="31750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41080" y="5468112"/>
            <a:ext cx="365760" cy="0"/>
          </a:xfrm>
          <a:prstGeom prst="line">
            <a:avLst/>
          </a:prstGeom>
          <a:ln w="31750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Data Foundation — Official Sources → One Vector Store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scripts/ingest.py parses PDFs, CSVs &amp; Excel into 6 ChromaDB collections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07008"/>
            <a:ext cx="37947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68A7A"/>
                </a:solidFill>
                <a:latin typeface="Segoe UI"/>
              </a:rPr>
              <a:t>hp_hospitals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289 NHP hospitals (CSV) — district, type, contact, specialities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07008"/>
            <a:ext cx="37947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68A7A"/>
                </a:solidFill>
                <a:latin typeface="Segoe UI"/>
              </a:rPr>
              <a:t>hp_shelters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DAY-NULM urban shelters (PDF) — city,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07008"/>
            <a:ext cx="37947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68A7A"/>
                </a:solidFill>
                <a:latin typeface="Segoe UI"/>
              </a:rPr>
              <a:t>hp_schools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Govt schools 2021 (PDF) — backup shelter proxies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340864"/>
            <a:ext cx="37947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2E6FA5"/>
                </a:solidFill>
                <a:latin typeface="Segoe UI"/>
              </a:rPr>
              <a:t>hp_cwc_stations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CWC flood-forecast stations (Excel) — river, coordinates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40864"/>
            <a:ext cx="37947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2E6FA5"/>
                </a:solidFill>
                <a:latin typeface="Segoe UI"/>
              </a:rPr>
              <a:t>hp_disaster_knowledge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HIMCOSTE 2023 landslide inventory + NDMA/IMD guidance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340864"/>
            <a:ext cx="37947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2E6FA5"/>
                </a:solidFill>
                <a:latin typeface="Segoe UI"/>
              </a:rPr>
              <a:t>hp_glacial_lakes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CWC Sept-2025 GLOF monitoring — extracted from the PDF by build_glacial_lakes_csv.py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520440"/>
            <a:ext cx="5715000" cy="274320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Embedding &amp; retrieval choices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sentence-transformers all-MiniLM-L6-v2 — 384-dim, runs locally, fast enough to embed the full corpus in minutes.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ChromaDB PersistentClient — an embedded vector DB: no server to run, survives restarts in chroma_db/.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Metadata filters (where district = KULLU) give exact district scoping on top of semantic search — with an unfiltered fallback if a district returns nothing.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python scripts/ingest.py --overwrite rebuilds everything reproducibly.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93592"/>
            <a:ext cx="50292" cy="2596896"/>
          </a:xfrm>
          <a:prstGeom prst="rect">
            <a:avLst/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0440"/>
            <a:ext cx="5623560" cy="274320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Two datasets stay outside the vector store — on purpose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5A623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VIIRS wildfire hotspot history (CSV) → loaded as numpy arrays; proneness is a vectorised haversine density count, not a semantic query.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5A623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needs.csv / resources.csv (volunteer pool) → pandas records; allocation must be exact-match arithmetic, not fuzzy retrieval.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Principle: </a:t>
            </a:r>
            <a:r>
              <a:rPr sz="1050" b="0" i="1">
                <a:solidFill>
                  <a:srgbClr val="222E3A"/>
                </a:solidFill>
                <a:latin typeface="Segoe UI"/>
              </a:rPr>
              <a:t>embeddings where language matters, plain math where numbers matter.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593592"/>
            <a:ext cx="50292" cy="25968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The LangGraph Workflow — a 6-Node State Machine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workflow.py · every node reads &amp; writes one shared DisasterState (TypedDict, ~30 fields)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1810512" cy="105156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1 · intake_agent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C9D8E8"/>
                </a:solidFill>
                <a:latin typeface="Segoe UI"/>
              </a:rPr>
              <a:t>weather + IMD alert · district risk · wildfire flag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1325880"/>
            <a:ext cx="1810512" cy="105156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2 · glof_monitor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C9D8E8"/>
                </a:solidFill>
                <a:latin typeface="Segoe UI"/>
              </a:rPr>
              <a:t>expanding glacial lakes → WATCH / ADVISORY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30552" y="1851660.0"/>
            <a:ext cx="137160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15384" y="1325880"/>
            <a:ext cx="1810512" cy="105156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3 · resource_finder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C9D8E8"/>
                </a:solidFill>
                <a:latin typeface="Segoe UI"/>
              </a:rPr>
              <a:t>ChromaDB: hospitals · shelters · CWC stations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78224" y="1851660.0"/>
            <a:ext cx="137160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3056" y="1325880"/>
            <a:ext cx="1810512" cy="105156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4 · matching_agent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C9D8E8"/>
                </a:solidFill>
                <a:latin typeface="Segoe UI"/>
              </a:rPr>
              <a:t>LLM ranks resources → priority pick (JSON)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5896" y="1851660.0"/>
            <a:ext cx="137160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10728" y="1325880"/>
            <a:ext cx="1810512" cy="105156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5 · route_planner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C9D8E8"/>
                </a:solidFill>
                <a:latin typeface="Segoe UI"/>
              </a:rPr>
              <a:t>ORS route + NH road-risk warnings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73568" y="1851660.0"/>
            <a:ext cx="137160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0" y="1325880"/>
            <a:ext cx="1810512" cy="105156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6 · escalation_agent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00" b="0" i="0">
                <a:solidFill>
                  <a:srgbClr val="C9D8E8"/>
                </a:solidFill>
                <a:latin typeface="Segoe UI"/>
              </a:rPr>
              <a:t>urgency score · final report · contacts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21240" y="1851660.0"/>
            <a:ext cx="137160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68312.0" y="2377440"/>
            <a:ext cx="0.0" cy="292608"/>
          </a:xfrm>
          <a:prstGeom prst="line">
            <a:avLst/>
          </a:prstGeom>
          <a:ln w="25400">
            <a:solidFill>
              <a:srgbClr val="C03A2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68312.0" y="2670048"/>
            <a:ext cx="3895344.0" cy="0"/>
          </a:xfrm>
          <a:prstGeom prst="line">
            <a:avLst/>
          </a:prstGeom>
          <a:ln w="25400">
            <a:solidFill>
              <a:srgbClr val="C03A2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963656.0" y="2395728"/>
            <a:ext cx="0.0" cy="274320"/>
          </a:xfrm>
          <a:prstGeom prst="line">
            <a:avLst/>
          </a:prstGeom>
          <a:ln w="25400">
            <a:solidFill>
              <a:srgbClr val="C03A2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28816" y="2688336"/>
            <a:ext cx="384048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1">
                <a:solidFill>
                  <a:srgbClr val="C03A2B"/>
                </a:solidFill>
                <a:latin typeface="Segoe UI"/>
              </a:rPr>
              <a:t>conditional edge: no resource found → skip routing, escalate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200400"/>
            <a:ext cx="5715000" cy="306324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Why LangGraph (and not CrewAI / a plain chain)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Genuine conditional branches: flood → CWC river checks; no match → straight to escalation. Sequential task chaining hides this.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State must persist and accumulate: weather found in node 1 is still needed by the report in node 6 — one typed DisasterState carries it.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add_conditional_edges makes the branch logic explicit, testable code — should_skip_to_escalation() is a 4-line pure function.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 disaster_type_router edge is already wired in — future disaster-specific sub-agents plug in without rewiring.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Human-in-the-loop attaches naturally after the terminal node.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73552"/>
            <a:ext cx="50292" cy="2916936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3200400"/>
            <a:ext cx="5623560" cy="306324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State design details that pay off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E6FA5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DisasterState is a TypedDict — every field a node fills is declared: inputs, enriched context, resources, matches, route, report.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E6FA5"/>
                </a:solidFill>
                <a:latin typeface="Segoe UI"/>
              </a:rPr>
              <a:t>node_log: Annotated[list[str], operator.add]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— each node appends a ✓/⚠ line; LangGraph merges them into a built-in agent trace shown in the UI.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E6FA5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Nodes return {**state, ...updates} — pure functions of state, so each is unit-testable in isolation (18 pytest scenarios).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E6FA5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graph.compile() yields an app; run_agent() seeds the initial state and invokes it end-to-end.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273552"/>
            <a:ext cx="50292" cy="2916936"/>
          </a:xfrm>
          <a:prstGeom prst="rect">
            <a:avLst/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Inside the Nodes I — Situation Intelligence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intake_agent + glof_monitor_agent: turn a location into risk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5715000" cy="507492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intake_agent — enrich the report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Weather → alert: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Open-Meteo 24h precipitation is mapped to IMD-style levels: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      RED ≥ 204.5 mm · ORANGE ≥ 115.6 · YELLOW ≥ 64.5 · GREEN below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District risk: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HIMCOSTE 2023 landslide counts → CRITICAL/HIGH/MEDIUM/LOW tier per district, with key rivers.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Nearest CWC station: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haversine scan over all river-monitoring stations → link to live flood forecasts.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Wildfire proneness: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vectorised numpy haversine over every historical VIIRS fire hotspot; count within 10 km →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      HIGH ≥ 100 hotspots · MODERATE ≥ 25 · LOW ≥ 1 · MINIMAL 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Knowledge chunks: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RAG query for district + disaster-type guidance feeds later prompts.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5A6874"/>
                </a:solidFill>
                <a:latin typeface="Segoe UI"/>
              </a:rPr>
              <a:t>Resilience: if the weather API fails, a clearly-labelled MOCK fallback keeps the pipeline alive.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0292" cy="4928616"/>
          </a:xfrm>
          <a:prstGeom prst="rect">
            <a:avLst/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623560" cy="507492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glof_monitor_agent — early warning for a Himalayan killer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Glacial Lake Outburst Floods gave HP some of its worst recent disasters — so GLOF gets a dedicated node.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Queries the hp_glacial_lakes collection: lakes ranked by (same district, expanding status, proximity).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22E3A"/>
                </a:solidFill>
                <a:latin typeface="Segoe UI"/>
              </a:rPr>
              <a:t>Any lake with an increasing water-spread area triggers an alert: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C03A2B"/>
                </a:solidFill>
                <a:latin typeface="Segoe UI"/>
              </a:rPr>
              <a:t>      WATCH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if the disaster is water-driven (GLOF, Flash Flood, Cloudburst)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F5A623"/>
                </a:solidFill>
                <a:latin typeface="Segoe UI"/>
              </a:rPr>
              <a:t>      ADVISORY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otherwise — the hazard exists but isn't the active event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The alert message names the nearest expanding lake, its basin/river, distance, and % area change — e.g. “+9% water-spread, ~14 km away, elevated GLOF risk downstream”.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Honesty baked in: every alert carries a disclaimer that it is based on CWC's previous-year monthly satellite monitoring (Sep 2025), not real-time water levels.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Validation: the extraction pipeline found 12 expanding HP lakes — exactly CWC's own published figure.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61872"/>
            <a:ext cx="50292" cy="4928616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Inside the Nodes II — Finding &amp; Ranking Resources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resource_finder_agent + matching_agent: retrieval is conditional, ranking is LLM with a safety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5715000" cy="507492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resource_finder_agent — retrieval driven by need &amp; disaster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Medical need or injury-prone disaster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→  top-5 hospitals (district-filtered semantic query)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Shelter need or displacement disaster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→  NULM shelters + govt schools as backup shelters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Flash Flood / GLOF / Cloudburst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→  CWC stations on the nearest river for live-level lookup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Each query combines semantic text (“hospital emergency KULLU…”) with a hard metadata filter on district — and falls back to an unfiltered query if the district yields nothing.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68A7A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Also pulls 3 extra knowledge chunks (“&lt;disaster&gt; response resources &lt;district&gt;”) and merges them into state for the prompts downstream.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5A6874"/>
                </a:solidFill>
                <a:latin typeface="Segoe UI"/>
              </a:rPr>
              <a:t>Node log: </a:t>
            </a:r>
            <a:r>
              <a:rPr sz="1000" b="0" i="1">
                <a:solidFill>
                  <a:srgbClr val="5A6874"/>
                </a:solidFill>
                <a:latin typeface="Segoe UI"/>
              </a:rPr>
              <a:t>“✓ found 5 hospitals, 3 shelters, 2 CWC stations” — the trace users see.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0292" cy="4928616"/>
          </a:xfrm>
          <a:prstGeom prst="rect">
            <a:avLst/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623560" cy="507492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matching_agent — LLM ranking with a deterministic parachute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All retrieved hospitals + shelters are pooled and tagged with resource_type.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C03A2B"/>
                </a:solidFill>
                <a:latin typeface="Segoe UI"/>
              </a:rPr>
              <a:t>Empty pool?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Set escalation_needed=True and return — the conditional edge then skips routing entirely.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Otherwise llama3.2:1b gets the situation (district, disaster, needs, IMD alert, risk tier), the full resource JSON, and knowledge chunks…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22E3A"/>
                </a:solidFill>
                <a:latin typeface="Segoe UI"/>
              </a:rPr>
              <a:t>…and must answer in a strict JSON contract: </a:t>
            </a:r>
            <a:r>
              <a:rPr sz="1050" b="1" i="0">
                <a:solidFill>
                  <a:srgbClr val="2E6FA5"/>
                </a:solidFill>
                <a:latin typeface="Segoe UI"/>
              </a:rPr>
              <a:t>priority_resource · ranked_resources · 2-sentence reasoning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Temperature 0.1 keeps it near-deterministic; the reply is stripped of ``` fences and json.loads-ed.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If parsing fails: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fall back to retrieval order — the top semantic match becomes priority, and the reasoning says a fallback was used. The pipeline never crashes on a bad LLM reply.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1">
                <a:solidFill>
                  <a:srgbClr val="102A43"/>
                </a:solidFill>
                <a:latin typeface="Segoe UI"/>
              </a:rPr>
              <a:t>Pattern: LLM for judgement, code for guarantees.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61872"/>
            <a:ext cx="50292" cy="4928616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Inside the Nodes III — Routes, Urgency &amp; the Final Report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route_planning_agent + escalation_agent: always produce a usable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5715000" cy="265176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route_planning_agent — a destination ladder that never fails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Resolve where the resource actually is, best-effort: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E6FA5"/>
                </a:solidFill>
                <a:latin typeface="Segoe UI"/>
              </a:rPr>
              <a:t>  resource coords → geocode full name → geocode the town inside the name (“Civil Hospital Dalhousie” → “Dalhousie”) → district centre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E6FA5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Routing: OpenRouteService turn-by-turn; if ORS is down/keyless → straight-line haversine at ~30 km/h mountain speed, explicitly labelled approximate.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E6FA5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Computes routes to the top hospital AND top shelter, plus NH corridor warnings (Kotrupi, Nigulsari…) during monsoon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0292" cy="2505456"/>
          </a:xfrm>
          <a:prstGeom prst="rect">
            <a:avLst/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3977639"/>
            <a:ext cx="5715000" cy="228600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escalation_agent — the report the human reads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llama3.2:1b writes a markdown situation report from the full state: weather, risks, priority resource, route, GLOF/wildfire flags, top-3 alternatives.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Always appends HP emergency contacts (NDMA 1078, Police 100, 108, NDRF…) and the nearest hospital's phone number.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Every report ends: “AI-assisted information — always verify with local authorities.”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50791"/>
            <a:ext cx="50292" cy="2139696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623560" cy="507492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F2542D"/>
                </a:solidFill>
                <a:latin typeface="Segoe UI"/>
              </a:rPr>
              <a:t>Explainable urgency score (0–100) — pure arithmetic, no LLM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400" b="0" i="0">
                <a:solidFill>
                  <a:srgbClr val="222E3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IMD alert</a:t>
            </a:r>
            <a:r>
              <a:rPr sz="1150" b="0" i="0">
                <a:solidFill>
                  <a:srgbClr val="C9D8E8"/>
                </a:solidFill>
                <a:latin typeface="Segoe UI"/>
              </a:rPr>
              <a:t>   RED 35 · ORANGE 25 · YELLOW 15 · GREEN 5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District tier</a:t>
            </a:r>
            <a:r>
              <a:rPr sz="1150" b="0" i="0">
                <a:solidFill>
                  <a:srgbClr val="C9D8E8"/>
                </a:solidFill>
                <a:latin typeface="Segoe UI"/>
              </a:rPr>
              <a:t>   CRITICAL 25 · HIGH 18 · MEDIUM 10 · LOW 5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Needs (top 2)</a:t>
            </a:r>
            <a:r>
              <a:rPr sz="1150" b="0" i="0">
                <a:solidFill>
                  <a:srgbClr val="C9D8E8"/>
                </a:solidFill>
                <a:latin typeface="Segoe UI"/>
              </a:rPr>
              <a:t>   Rescue/Medical 10 · Evacuation 9 · Shelter/Water 6 · Food 4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GLOF signal</a:t>
            </a:r>
            <a:r>
              <a:rPr sz="1150" b="0" i="0">
                <a:solidFill>
                  <a:srgbClr val="C9D8E8"/>
                </a:solidFill>
                <a:latin typeface="Segoe UI"/>
              </a:rPr>
              <a:t>   WATCH 12 · ADVISORY 6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Wildfire</a:t>
            </a:r>
            <a:r>
              <a:rPr sz="1150" b="0" i="0">
                <a:solidFill>
                  <a:srgbClr val="C9D8E8"/>
                </a:solidFill>
                <a:latin typeface="Segoe UI"/>
              </a:rPr>
              <a:t>   HIGH 10 · MODERATE 6 · LOW 2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Escalation flag</a:t>
            </a:r>
            <a:r>
              <a:rPr sz="1150" b="0" i="0">
                <a:solidFill>
                  <a:srgbClr val="C9D8E8"/>
                </a:solidFill>
                <a:latin typeface="Segoe UI"/>
              </a:rPr>
              <a:t>   +10 when no resource could be matched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400" b="0" i="0">
                <a:solidFill>
                  <a:srgbClr val="222E3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5A623"/>
                </a:solidFill>
                <a:latin typeface="Segoe UI"/>
              </a:rPr>
              <a:t>Σ capped at 100  →  CRITICAL ≥ 75 · HIGH ≥ 50 · MODERATE ≥ 30 · LOW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400" b="0" i="0">
                <a:solidFill>
                  <a:srgbClr val="222E3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 i="1">
                <a:solidFill>
                  <a:srgbClr val="FFFFFF"/>
                </a:solidFill>
                <a:latin typeface="Segoe UI"/>
              </a:rPr>
              <a:t>The per-factor breakdown ships with the score, so a coordinator can see exactly why one incident outranks another — and challenge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Allocating Resources to People — the Matching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coordination.py · every reported need is scored against every available provider — deterministically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4206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Category match  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234440"/>
            <a:ext cx="2651760" cy="566928"/>
          </a:xfrm>
          <a:prstGeom prst="rect">
            <a:avLst/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Location overlap  ≤25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234440"/>
            <a:ext cx="2103120" cy="566928"/>
          </a:xfrm>
          <a:prstGeom prst="rect">
            <a:avLst/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Quantity coverage  ≤20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55480" y="1234440"/>
            <a:ext cx="1051560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Available 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1234440"/>
            <a:ext cx="960120" cy="566928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Verified 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37944"/>
            <a:ext cx="10972800" cy="32004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A6874"/>
                </a:solidFill>
                <a:latin typeface="Segoe UI"/>
              </a:rPr>
              <a:t>100-point match score — every point traceable to a rule, so two coordinators always get the same allocation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31720"/>
            <a:ext cx="5715000" cy="393192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How a request becomes an allocation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1. 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Requests arrive from needs.csv or free text/tweets — a rule-based extractor pulls category, urgency, quantity and location from messages like “30 people trapped near Aut, need rescue urgently”.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2. 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Category is a hard filter — a Food provider can never be allocated to a Medical need.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3. 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Location score = token overlap of place names (Jaccard) · quantity score = min(available/needed, 1).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4. 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Ties break on provider urgency-capacity; each need keeps its best match + 2 alternatives.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5. 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The worklist is sorted by need urgency (Critical first), unmatched needs surfaced first within each level — triage order, not file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04872"/>
            <a:ext cx="50292" cy="3785616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331720"/>
            <a:ext cx="5623560" cy="393192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Allocation outcomes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68A7A"/>
                </a:solidFill>
                <a:latin typeface="Segoe UI"/>
              </a:rPr>
              <a:t>MATCHED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score ≥ 55 — draft outreach to the provider for min(needed, available) units.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F5A623"/>
                </a:solidFill>
                <a:latin typeface="Segoe UI"/>
              </a:rPr>
              <a:t>PARTIAL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best match exists but is weak/short — coverage % and the exact unit shortfall are shown, with “consider a second provider”.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C03A2B"/>
                </a:solidFill>
                <a:latin typeface="Segoe UI"/>
              </a:rPr>
              <a:t>UNMATCHED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  nothing eligible — an escalation draft to HPSDMA 1077 / NDMA 1078 is generated instead. No request silently disappears.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" b="0" i="0">
                <a:solidFill>
                  <a:srgbClr val="222E3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Why no LLM here: </a:t>
            </a:r>
            <a:r>
              <a:rPr sz="1050" b="0" i="1">
                <a:solidFill>
                  <a:srgbClr val="222E3A"/>
                </a:solidFill>
                <a:latin typeface="Segoe UI"/>
              </a:rPr>
              <a:t>allocation decides who gets scarce resources. It must be transparent, reproducible and auditable — properties arithmetic has and generative models don't. The LLM assists around the decision; it never makes it.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5A6874"/>
                </a:solidFill>
                <a:latin typeface="Segoe UI"/>
              </a:rPr>
              <a:t>Validated: all 5 sample needs matched to the correct provider in tests.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404872"/>
            <a:ext cx="50292" cy="3785616"/>
          </a:xfrm>
          <a:prstGeom prst="rect">
            <a:avLst/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From Match to Mailbox — the Human-in-the-Loop Email Flow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Every coordination message is drafted by the system, decided by a person, and logged forever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 · Draft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draft_coordination_message() — provider, units, coverage %, confidence 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0904" y="132588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 · Review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coordinator reads the draft in Streamlit — full text, editable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1920240.0"/>
            <a:ext cx="146304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01768" y="132588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 · Decide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✅ approve &amp; send · ✔ approve only · ❌ reject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55464" y="1920240.0"/>
            <a:ext cx="146304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42632" y="132588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 · Send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smtplib → smtp.gmail.com:587 · STARTTLS · Gmail app password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96328" y="1920240.0"/>
            <a:ext cx="146304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83496" y="132588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2E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 · Audit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C9D8E8"/>
                </a:solidFill>
                <a:latin typeface="Segoe UI"/>
              </a:rPr>
              <a:t>decision appended to logs/approvals.jsonl (UTC timestamp)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37192" y="1920240.0"/>
            <a:ext cx="146304" cy="0.0"/>
          </a:xfrm>
          <a:prstGeom prst="line">
            <a:avLst/>
          </a:prstGeom>
          <a:ln w="27940">
            <a:solidFill>
              <a:srgbClr val="5A68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" y="2926080"/>
            <a:ext cx="5715000" cy="333756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What's in the email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Header: “DISASTER RELIEF COORDINATION — MEDICAL [CRITICAL priority]”.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The need: request ID, quantity, location, who reported it, notes.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The match: provider name &amp; location, listed stock, availability + contact-verification status, estimated coverage %.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The ask: dispatch min(needed, available) units + expected arrival time.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The caveat: “Match confidence 87/100 — requires human coordinator approval before sending.”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Unmatched needs get a different draft: an escalation to the district control room instead of provider outreach.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99232"/>
            <a:ext cx="50292" cy="3191256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926080"/>
            <a:ext cx="5623560" cy="3337560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Why this design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C03A2B"/>
                </a:solidFill>
                <a:latin typeface="Segoe UI"/>
              </a:rPr>
              <a:t>Nothing sends itself.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Drafts are inert text until a person clicks approve — in a disaster, a wrong automated message costs trust and lives.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Editable before send — the human can correct quantities or add local knowledge the system lacks.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Approve, reject AND send-failures are all logged to approvals.jsonl — a replayable audit trail of every human decision.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Plain smtplib + EmailMessage: zero vendor lock-in, works with any Gmail app password entered in the sidebar (never stored in code).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▪ </a:t>
            </a:r>
            <a:r>
              <a:rPr sz="1050" b="0" i="0">
                <a:solidFill>
                  <a:srgbClr val="222E3A"/>
                </a:solidFill>
                <a:latin typeface="Segoe UI"/>
              </a:rPr>
              <a:t>The same gate wraps both surfaces: volunteer-worklist matches and the LangGraph agent's own coordination draft.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999232"/>
            <a:ext cx="50292" cy="3191256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The Stack — Every Choice Has a Reason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Local-first, free-tier, zero mandatory API keys — built to run in a district control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3063240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LangGraph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70432"/>
            <a:ext cx="8485632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Explicit state machine: typed shared state, conditional edges, natural human-in-the-loop hook — branching CrewAI-style chains can't express.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92884"/>
            <a:ext cx="3063240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LangChain (core + ollama)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592884"/>
            <a:ext cx="8485632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Uniform chat-model interface &amp; message types; swap the LLM without touching agent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5336"/>
            <a:ext cx="3063240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Ollama · llama3.2:1b @ t=0.1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15336"/>
            <a:ext cx="8485632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Fully local &amp; free — no cloud dependency when connectivity is down (exactly when disasters strike); no sensitive location data leaves the machine.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37788"/>
            <a:ext cx="3063240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ChromaDB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437788"/>
            <a:ext cx="8485632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Embedded, persistent vector DB — no server to operate; metadata filters give exact district scoping on top of semantic search.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60240"/>
            <a:ext cx="3063240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sentence-transformers (MiniLM-L6-v2)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860240"/>
            <a:ext cx="8485632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384-dim local embeddings: fast, offline, strong enough that the RAG relevance gate separates in/out-of-scope by a 0.18 distance margin.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82692"/>
            <a:ext cx="3063240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Streamlit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282692"/>
            <a:ext cx="8485632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A control-room UI in pure Python; session_state drives the approve/reject workflow without a JS frontend.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05144"/>
            <a:ext cx="3063240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pandas + numpy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705144"/>
            <a:ext cx="8485632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CSV/Excel wrangling; vectorised haversine scores thousands of VIIRS fire hotspots in milliseconds.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27596"/>
            <a:ext cx="3063240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folium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127596"/>
            <a:ext cx="8485632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Interactive Leaflet maps of user, resources and routes — embedded straight into Streamlit.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50048"/>
            <a:ext cx="3063240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Open-Meteo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4550048"/>
            <a:ext cx="8485632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Free, key-less forecast API → 24h rainfall → IMD-style alert derivation; mock fallback keeps demos alive offline.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72500"/>
            <a:ext cx="3063240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OpenRouteService + Nominatim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4972500"/>
            <a:ext cx="8485632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Free-tier road routing and geocoding; both wrapped with labelled fallbacks (straight-line estimate, district centre).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394952"/>
            <a:ext cx="3063240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smtplib / EmailMessage (stdlib)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5394952"/>
            <a:ext cx="8485632" cy="422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Email dispatch with no third-party service — one less credential, one less point of failure.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817404"/>
            <a:ext cx="3063240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pytest + loguru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5817404"/>
            <a:ext cx="8485632" cy="422452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22E3A"/>
                </a:solidFill>
                <a:latin typeface="Segoe UI"/>
              </a:rPr>
              <a:t>18 deterministic scenario tests pin urgency bands, matching, and the RAG gate; structured logs for every tool failure.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258144"/>
            <a:ext cx="11521440" cy="256032"/>
          </a:xfrm>
          <a:prstGeom prst="rect">
            <a:avLst/>
          </a:prstGeom>
          <a:noFill/>
        </p:spPr>
        <p:txBody>
          <a:bodyPr wrap="square" anchor="t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2542D"/>
                </a:solidFill>
                <a:latin typeface="Segoe UI"/>
              </a:rPr>
              <a:t>Common thread: </a:t>
            </a:r>
            <a:r>
              <a:rPr sz="1050" b="0" i="1">
                <a:solidFill>
                  <a:srgbClr val="222E3A"/>
                </a:solidFill>
                <a:latin typeface="Segoe UI"/>
              </a:rPr>
              <a:t>everything critical runs locally and degrades gracefully — the agent still answers when the internet doesn't.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1945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"/>
            <a:ext cx="10607040" cy="82296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Trust, Proof &amp; What's 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FD3E6"/>
                </a:solidFill>
                <a:latin typeface="Segoe UI"/>
              </a:rPr>
              <a:t>Guardrails you can measure, results you can reproduce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ctr" lIns="82296" rIns="8229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5A6874"/>
                </a:solidFill>
                <a:latin typeface="Segoe UI"/>
              </a:rPr>
              <a:t>ResQ · HP Disaster Relief Resource Matching Agent</a:t>
            </a:r>
            <a:r>
              <a:rPr sz="900" b="1" i="0">
                <a:solidFill>
                  <a:srgbClr val="5A6874"/>
                </a:solidFill>
                <a:latin typeface="Segoe UI"/>
              </a:rPr>
              <a:t>   ·   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3794760" cy="3749039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Guardrails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Human approval gates every outbound message; full decision audit in approvals.jsonl.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RAG chatbot refuses out-of-scope questions before the LLM runs (relevance gate at 0.70 cosine distance) and is prompt-locked to retrieved context only.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Every fallback is labelled: MOCK weather, straight-line routes, previous-year GLOF/wildfire data disclaimers.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C03A2B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Every report ends with “verify with local authorities”.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0292" cy="3602735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188720"/>
            <a:ext cx="3794760" cy="3749039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Measured results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8A7A"/>
                </a:solidFill>
                <a:latin typeface="Segoe UI"/>
              </a:rPr>
              <a:t>18/18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  deterministic pytest scenarios pass — urgency bands, matching, escalation, RAG gate.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8A7A"/>
                </a:solidFill>
                <a:latin typeface="Segoe UI"/>
              </a:rPr>
              <a:t>0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  false accepts/rejects at the RAG gate: in-scope ≤ 0.59 vs out-of-scope ≥ 0.77 distance.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8A7A"/>
                </a:solidFill>
                <a:latin typeface="Segoe UI"/>
              </a:rPr>
              <a:t>12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  expanding glacial lakes extracted — exactly matches CWC's own published count.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8A7A"/>
                </a:solidFill>
                <a:latin typeface="Segoe UI"/>
              </a:rPr>
              <a:t>5/5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  sample needs allocated to the correct provider.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2E6FA5"/>
                </a:solidFill>
                <a:latin typeface="Segoe UI"/>
              </a:rPr>
              <a:t>node_log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  gives a step-by-step agent trace for every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61872"/>
            <a:ext cx="50292" cy="3602735"/>
          </a:xfrm>
          <a:prstGeom prst="rect">
            <a:avLst/>
          </a:prstGeom>
          <a:solidFill>
            <a:srgbClr val="16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94760" cy="3749039"/>
          </a:xfrm>
          <a:prstGeom prst="roundRect">
            <a:avLst>
              <a:gd name="adj" fmla="val 12000"/>
            </a:avLst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Roadmap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Live CWC river levels &amp; IMD bulletins instead of derived alerts.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Verified resource coordinates → true door-to-door routing.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SMS / WhatsApp dispatch behind the same approval gate.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Disaster-specific sub-agents on the already-wired disaster_type_router edge.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Segoe UI"/>
              </a:rPr>
              <a:t>▪ </a:t>
            </a:r>
            <a:r>
              <a:rPr sz="1000" b="0" i="0">
                <a:solidFill>
                  <a:srgbClr val="222E3A"/>
                </a:solidFill>
                <a:latin typeface="Segoe UI"/>
              </a:rPr>
              <a:t>Real-time volunteer availability sync.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61872"/>
            <a:ext cx="50292" cy="3602735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5120640"/>
            <a:ext cx="11567160" cy="1188720"/>
          </a:xfrm>
          <a:prstGeom prst="roundRect">
            <a:avLst>
              <a:gd name="adj" fmla="val 12000"/>
            </a:avLst>
          </a:prstGeom>
          <a:solidFill>
            <a:srgbClr val="0A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2542D"/>
                </a:solidFill>
                <a:latin typeface="Segoe UI"/>
              </a:rPr>
              <a:t>ResQ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·  Retrieval finds the options. Deterministic scoring allocates them. A local LLM explains them. A human approves them.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BFD3E6"/>
                </a:solidFill>
                <a:latin typeface="Segoe UI"/>
              </a:rPr>
              <a:t>AI does the triage math in seconds — people keep the authority.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